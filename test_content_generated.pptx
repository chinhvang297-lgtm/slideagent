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 type="title" preserve="1">
      <p:cSld name="Title Slide">
        <p:spTree>
          <p:nvGrpSpPr>
            <p:cNvPr id="1" name="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" name="Title 1"/>
              <p:cNvSpPr>
                <a:spLocks noGrp="1"/>
              </p:cNvSpPr>
              <p:nvPr>
                <p:ph type="ctrTitle"/>
              </p:nvPr>
            </p:nvSpPr>
            <p:spPr>
              <a:xfrm>
                <a:off x="685800" y="2130425"/>
                <a:ext cx="7772400" cy="1470025"/>
              </a:xfrm>
            </p:spPr>
            <p:txBody>
              <a:bodyPr/>
              <a:lstStyle/>
              <a:p>
                <a:r>
                  <a:rPr lang="en-US" smtClean="0"/>
                  <a:t>Click to edit Master title style</a:t>
                </a:r>
                <a:endParaRPr lang="en-US"/>
              </a:p>
            </p:txBody>
          </p:sp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371600" y="3886200"/>
                <a:ext cx="6400800" cy="1752600"/>
              </a:xfrm>
            </p:spPr>
            <p:txBody>
              <a:bodyPr/>
              <a:lstStyle>
                <a:lvl1pPr marL="0" indent="0" algn="ctr">
                  <a:buNone/>
                  <a:defRPr>
                    <a:solidFill>
                      <a:schemeClr val="tx1">
                        <a:tint val="75000"/>
                      </a:schemeClr>
                    </a:solidFill>
                  </a:defRPr>
                </a:lvl1pPr>
                <a:lvl2pPr marL="457200" indent="0" algn="ctr">
                  <a:buNone/>
                  <a:defRPr>
                    <a:solidFill>
                      <a:schemeClr val="tx1">
                        <a:tint val="75000"/>
                      </a:schemeClr>
                    </a:solidFill>
                  </a:defRPr>
                </a:lvl2pPr>
                <a:lvl3pPr marL="914400" indent="0" algn="ctr">
                  <a:buNone/>
                  <a:defRPr>
                    <a:solidFill>
                      <a:schemeClr val="tx1">
                        <a:tint val="75000"/>
                      </a:schemeClr>
                    </a:solidFill>
                  </a:defRPr>
                </a:lvl3pPr>
                <a:lvl4pPr marL="1371600" indent="0" algn="ctr">
                  <a:buNone/>
                  <a:defRPr>
                    <a:solidFill>
                      <a:schemeClr val="tx1">
                        <a:tint val="75000"/>
                      </a:schemeClr>
                    </a:solidFill>
                  </a:defRPr>
                </a:lvl4pPr>
                <a:lvl5pPr marL="1828800" indent="0" algn="ctr">
                  <a:buNone/>
                  <a:defRPr>
                    <a:solidFill>
                      <a:schemeClr val="tx1">
                        <a:tint val="75000"/>
                      </a:schemeClr>
                    </a:solidFill>
                  </a:defRPr>
                </a:lvl5pPr>
                <a:lvl6pPr marL="2286000" indent="0" algn="ctr">
                  <a:buNone/>
                  <a:defRPr>
                    <a:solidFill>
                      <a:schemeClr val="tx1">
                        <a:tint val="75000"/>
                      </a:schemeClr>
                    </a:solidFill>
                  </a:defRPr>
                </a:lvl6pPr>
                <a:lvl7pPr marL="2743200" indent="0" algn="ctr">
                  <a:buNone/>
                  <a:defRPr>
                    <a:solidFill>
                      <a:schemeClr val="tx1">
                        <a:tint val="75000"/>
                      </a:schemeClr>
                    </a:solidFill>
                  </a:defRPr>
                </a:lvl7pPr>
                <a:lvl8pPr marL="3200400" indent="0" algn="ctr">
                  <a:buNone/>
                  <a:defRPr>
                    <a:solidFill>
                      <a:schemeClr val="tx1">
                        <a:tint val="75000"/>
                      </a:schemeClr>
                    </a:solidFill>
                  </a:defRPr>
                </a:lvl8pPr>
                <a:lvl9pPr marL="3657600" indent="0" algn="ctr">
                  <a:buNone/>
                  <a:defRPr>
                    <a:solidFill>
                      <a:schemeClr val="tx1">
                        <a:tint val="75000"/>
                      </a:schemeClr>
                    </a:solidFill>
                  </a:defRPr>
                </a:lvl9pPr>
              </a:lstStyle>
              <a:p>
                <a:r>
                  <a:rPr lang="en-US" smtClean="0"/>
                  <a:t>Click to edit Master subtitle style</a:t>
                </a:r>
                <a:endParaRPr lang="en-US"/>
              </a:p>
            </p:txBody>
          </p:sp>
          <p:sp>
            <p:nvSpPr>
              <p:cNvPr id="4" name="Date Placeholder 3"/>
              <p:cNvSpPr>
                <a:spLocks noGrp="1"/>
              </p:cNvSpPr>
              <p:nvPr>
                <p:ph type="dt" sz="half" idx="10"/>
              </p:nvPr>
            </p:nvSpPr>
            <p:spPr/>
            <p:txBody>
              <a:bodyPr/>
              <a:lstStyle/>
              <a:p>
                <a:fld id="{5BCAD085-E8A6-8845-BD4E-CB4CCA059FC4}" type="datetimeFigureOut">
                  <a:rPr lang="en-US" smtClean="0"/>
                  <a:t>1/27/13</a:t>
                </a:fld>
                <a:endParaRPr lang="en-US"/>
              </a:p>
            </p:txBody>
          </p:sp>
          <p:sp>
            <p:nvSpPr>
              <p:cNvPr id="5" name="Footer Placeholder 4"/>
              <p:cNvSpPr>
                <a:spLocks noGrp="1"/>
              </p:cNvSpPr>
              <p:nvPr>
                <p:ph type="ftr" sz="quarter" idx="11"/>
              </p:nvPr>
            </p:nvSpPr>
            <p:spPr/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Slide Number Placeholder 5"/>
              <p:cNvSpPr>
                <a:spLocks noGrp="1"/>
              </p:cNvSpPr>
              <p:nvPr>
                <p:ph type="sldNum" sz="quarter" idx="12"/>
              </p:nvPr>
            </p:nvSpPr>
            <p:spPr/>
            <p:txBody>
              <a:bodyPr/>
              <a:lstStyle/>
              <a:p>
                <a:fld id="{C1FF6DA9-008F-8B48-92A6-B652298478BF}" type="slidenum">
                  <a:rPr lang="en-US" smtClean="0"/>
                  <a:t>‹#›</a:t>
                </a:fld>
                <a:endParaRPr lang="en-US"/>
              </a:p>
            </p:txBody>
          </p:sp>
        </p:spTree>
        <p:extLst>
          <p:ext uri="{BB962C8B-B14F-4D97-AF65-F5344CB8AC3E}">
            <p14:creationId xmlns:p14="http://schemas.microsoft.com/office/powerpoint/2010/main" val="3168075583"/>
          </p:ext>
        </p:extLst>
      </p:cSld>
      <p:clrMapOvr>
        <a:masterClrMapping/>
      </p:clrMapOvr>
    </p:sldLayout>
    <p:sldLayout type="obj" preserve="1">
      <p:cSld name="Title and Content">
        <p:spTree>
          <p:nvGrpSpPr>
            <p:cNvPr id="1" name="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mtClean="0"/>
                  <a:t>Click to edit Master title style</a:t>
                </a:r>
                <a:endParaRPr lang="en-US"/>
              </a:p>
            </p:txBody>
          </p:sp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lang="en-US" smtClean="0"/>
                  <a:t>Click to edit Master text styles</a:t>
                </a:r>
              </a:p>
              <a:p>
                <a:pPr lvl="1"/>
                <a:r>
                  <a:rPr lang="en-US" smtClean="0"/>
                  <a:t>Second level</a:t>
                </a:r>
              </a:p>
              <a:p>
                <a:pPr lvl="2"/>
                <a:r>
                  <a:rPr lang="en-US" smtClean="0"/>
                  <a:t>Third level</a:t>
                </a:r>
              </a:p>
              <a:p>
                <a:pPr lvl="3"/>
                <a:r>
                  <a:rPr lang="en-US" smtClean="0"/>
                  <a:t>Fourth level</a:t>
                </a:r>
              </a:p>
              <a:p>
                <a:pPr lvl="4"/>
                <a:r>
                  <a:rPr lang="en-US" smtClean="0"/>
                  <a:t>Fifth level</a:t>
                </a:r>
                <a:endParaRPr lang="en-US"/>
              </a:p>
            </p:txBody>
          </p:sp>
          <p:sp>
            <p:nvSpPr>
              <p:cNvPr id="4" name="Date Placeholder 3"/>
              <p:cNvSpPr>
                <a:spLocks noGrp="1"/>
              </p:cNvSpPr>
              <p:nvPr>
                <p:ph type="dt" sz="half" idx="10"/>
              </p:nvPr>
            </p:nvSpPr>
            <p:spPr/>
            <p:txBody>
              <a:bodyPr/>
              <a:lstStyle/>
              <a:p>
                <a:fld id="{5BCAD085-E8A6-8845-BD4E-CB4CCA059FC4}" type="datetimeFigureOut">
                  <a:rPr lang="en-US" smtClean="0"/>
                  <a:t>1/27/13</a:t>
                </a:fld>
                <a:endParaRPr lang="en-US"/>
              </a:p>
            </p:txBody>
          </p:sp>
          <p:sp>
            <p:nvSpPr>
              <p:cNvPr id="5" name="Footer Placeholder 4"/>
              <p:cNvSpPr>
                <a:spLocks noGrp="1"/>
              </p:cNvSpPr>
              <p:nvPr>
                <p:ph type="ftr" sz="quarter" idx="11"/>
              </p:nvPr>
            </p:nvSpPr>
            <p:spPr/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Slide Number Placeholder 5"/>
              <p:cNvSpPr>
                <a:spLocks noGrp="1"/>
              </p:cNvSpPr>
              <p:nvPr>
                <p:ph type="sldNum" sz="quarter" idx="12"/>
              </p:nvPr>
            </p:nvSpPr>
            <p:spPr/>
            <p:txBody>
              <a:bodyPr/>
              <a:lstStyle/>
              <a:p>
                <a:fld id="{C1FF6DA9-008F-8B48-92A6-B652298478BF}" type="slidenum">
                  <a:rPr lang="en-US" smtClean="0"/>
                  <a:t>‹#›</a:t>
                </a:fld>
                <a:endParaRPr lang="en-US"/>
              </a:p>
            </p:txBody>
          </p:sp>
        </p:spTree>
        <p:extLst>
          <p:ext uri="{BB962C8B-B14F-4D97-AF65-F5344CB8AC3E}">
            <p14:creationId xmlns:p14="http://schemas.microsoft.com/office/powerpoint/2010/main" val="2614314258"/>
          </p:ext>
        </p:extLst>
      </p:cSld>
      <p:clrMapOvr>
        <a:masterClrMapping/>
      </p:clrMapOvr>
    </p:sldLayout>
    <p:sldLayout type="secHead" preserve="1">
      <p:cSld name="Section Header">
        <p:spTree>
          <p:nvGrpSpPr>
            <p:cNvPr id="1" name="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722313" y="4406900"/>
                <a:ext cx="7772400" cy="1362075"/>
              </a:xfrm>
            </p:spPr>
            <p:txBody>
              <a:bodyPr anchor="t"/>
              <a:lstStyle>
                <a:lvl1pPr algn="l">
                  <a:defRPr sz="4000" b="1" cap="all"/>
                </a:lvl1pPr>
              </a:lstStyle>
              <a:p>
                <a:r>
                  <a:rPr lang="en-US" smtClean="0"/>
                  <a:t>Click to edit Master title style</a:t>
                </a:r>
                <a:endParaRPr lang="en-US"/>
              </a:p>
            </p:txBody>
          </p:sp>
          <p:sp>
            <p:nvSpPr>
              <p:cNvPr id="3" name="Text Placeholder 2"/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22313" y="2906713"/>
                <a:ext cx="7772400" cy="1500187"/>
              </a:xfrm>
            </p:spPr>
            <p:txBody>
              <a:bodyPr anchor="b"/>
              <a:lstStyle>
                <a:lvl1pPr marL="0" indent="0">
                  <a:buNone/>
                  <a:defRPr sz="2000">
                    <a:solidFill>
                      <a:schemeClr val="tx1">
                        <a:tint val="75000"/>
                      </a:schemeClr>
                    </a:solidFill>
                  </a:defRPr>
                </a:lvl1pPr>
                <a:lvl2pPr marL="457200" indent="0">
                  <a:buNone/>
                  <a:defRPr sz="1800">
                    <a:solidFill>
                      <a:schemeClr val="tx1">
                        <a:tint val="75000"/>
                      </a:schemeClr>
                    </a:solidFill>
                  </a:defRPr>
                </a:lvl2pPr>
                <a:lvl3pPr marL="914400" indent="0">
                  <a:buNone/>
                  <a:defRPr sz="1600">
                    <a:solidFill>
                      <a:schemeClr val="tx1">
                        <a:tint val="75000"/>
                      </a:schemeClr>
                    </a:solidFill>
                  </a:defRPr>
                </a:lvl3pPr>
                <a:lvl4pPr marL="1371600" indent="0">
                  <a:buNone/>
                  <a:defRPr sz="1400">
                    <a:solidFill>
                      <a:schemeClr val="tx1">
                        <a:tint val="75000"/>
                      </a:schemeClr>
                    </a:solidFill>
                  </a:defRPr>
                </a:lvl4pPr>
                <a:lvl5pPr marL="1828800" indent="0">
                  <a:buNone/>
                  <a:defRPr sz="1400">
                    <a:solidFill>
                      <a:schemeClr val="tx1">
                        <a:tint val="75000"/>
                      </a:schemeClr>
                    </a:solidFill>
                  </a:defRPr>
                </a:lvl5pPr>
                <a:lvl6pPr marL="2286000" indent="0">
                  <a:buNone/>
                  <a:defRPr sz="1400">
                    <a:solidFill>
                      <a:schemeClr val="tx1">
                        <a:tint val="75000"/>
                      </a:schemeClr>
                    </a:solidFill>
                  </a:defRPr>
                </a:lvl6pPr>
                <a:lvl7pPr marL="2743200" indent="0">
                  <a:buNone/>
                  <a:defRPr sz="1400">
                    <a:solidFill>
                      <a:schemeClr val="tx1">
                        <a:tint val="75000"/>
                      </a:schemeClr>
                    </a:solidFill>
                  </a:defRPr>
                </a:lvl7pPr>
                <a:lvl8pPr marL="3200400" indent="0">
                  <a:buNone/>
                  <a:defRPr sz="1400">
                    <a:solidFill>
                      <a:schemeClr val="tx1">
                        <a:tint val="75000"/>
                      </a:schemeClr>
                    </a:solidFill>
                  </a:defRPr>
                </a:lvl8pPr>
                <a:lvl9pPr marL="3657600" indent="0">
                  <a:buNone/>
                  <a:defRPr sz="1400">
                    <a:solidFill>
                      <a:schemeClr val="tx1">
                        <a:tint val="75000"/>
                      </a:schemeClr>
                    </a:solidFill>
                  </a:defRPr>
                </a:lvl9pPr>
              </a:lstStyle>
              <a:p>
                <a:pPr lvl="0"/>
                <a:r>
                  <a:rPr lang="en-US" smtClean="0"/>
                  <a:t>Click to edit Master text styles</a:t>
                </a:r>
              </a:p>
            </p:txBody>
          </p:sp>
          <p:sp>
            <p:nvSpPr>
              <p:cNvPr id="4" name="Date Placeholder 3"/>
              <p:cNvSpPr>
                <a:spLocks noGrp="1"/>
              </p:cNvSpPr>
              <p:nvPr>
                <p:ph type="dt" sz="half" idx="10"/>
              </p:nvPr>
            </p:nvSpPr>
            <p:spPr/>
            <p:txBody>
              <a:bodyPr/>
              <a:lstStyle/>
              <a:p>
                <a:fld id="{5BCAD085-E8A6-8845-BD4E-CB4CCA059FC4}" type="datetimeFigureOut">
                  <a:rPr lang="en-US" smtClean="0"/>
                  <a:t>1/27/13</a:t>
                </a:fld>
                <a:endParaRPr lang="en-US"/>
              </a:p>
            </p:txBody>
          </p:sp>
          <p:sp>
            <p:nvSpPr>
              <p:cNvPr id="5" name="Footer Placeholder 4"/>
              <p:cNvSpPr>
                <a:spLocks noGrp="1"/>
              </p:cNvSpPr>
              <p:nvPr>
                <p:ph type="ftr" sz="quarter" idx="11"/>
              </p:nvPr>
            </p:nvSpPr>
            <p:spPr/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Slide Number Placeholder 5"/>
              <p:cNvSpPr>
                <a:spLocks noGrp="1"/>
              </p:cNvSpPr>
              <p:nvPr>
                <p:ph type="sldNum" sz="quarter" idx="12"/>
              </p:nvPr>
            </p:nvSpPr>
            <p:spPr/>
            <p:txBody>
              <a:bodyPr/>
              <a:lstStyle/>
              <a:p>
                <a:fld id="{C1FF6DA9-008F-8B48-92A6-B652298478BF}" type="slidenum">
                  <a:rPr lang="en-US" smtClean="0"/>
                  <a:t>‹#›</a:t>
                </a:fld>
                <a:endParaRPr lang="en-US"/>
              </a:p>
            </p:txBody>
          </p:sp>
        </p:spTree>
        <p:extLst>
          <p:ext uri="{BB962C8B-B14F-4D97-AF65-F5344CB8AC3E}">
            <p14:creationId xmlns:p14="http://schemas.microsoft.com/office/powerpoint/2010/main" val="960648375"/>
          </p:ext>
        </p:extLst>
      </p:cSld>
      <p:clrMapOvr>
        <a:masterClrMapping/>
      </p:clrMapOvr>
    </p:sldLayout>
    <p:sldLayout type="twoObj" preserve="1">
      <p:cSld name="Two Content">
        <p:spTree>
          <p:nvGrpSpPr>
            <p:cNvPr id="1" name="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mtClean="0"/>
                  <a:t>Click to edit Master title style</a:t>
                </a:r>
                <a:endParaRPr lang="en-US"/>
              </a:p>
            </p:txBody>
          </p:sp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600200"/>
                <a:ext cx="4038600" cy="4525963"/>
              </a:xfrm>
            </p:spPr>
            <p:txBody>
              <a:bodyPr/>
              <a:lstStyle>
                <a:lvl1pPr>
                  <a:defRPr sz="2800"/>
                </a:lvl1pPr>
                <a:lvl2pPr>
                  <a:defRPr sz="2400"/>
                </a:lvl2pPr>
                <a:lvl3pPr>
                  <a:defRPr sz="2000"/>
                </a:lvl3pPr>
                <a:lvl4pPr>
                  <a:defRPr sz="1800"/>
                </a:lvl4pPr>
                <a:lvl5pPr>
                  <a:defRPr sz="1800"/>
                </a:lvl5pPr>
                <a:lvl6pPr>
                  <a:defRPr sz="1800"/>
                </a:lvl6pPr>
                <a:lvl7pPr>
                  <a:defRPr sz="1800"/>
                </a:lvl7pPr>
                <a:lvl8pPr>
                  <a:defRPr sz="1800"/>
                </a:lvl8pPr>
                <a:lvl9pPr>
                  <a:defRPr sz="1800"/>
                </a:lvl9pPr>
              </a:lstStyle>
              <a:p>
                <a:pPr lvl="0"/>
                <a:r>
                  <a:rPr lang="en-US" smtClean="0"/>
                  <a:t>Click to edit Master text styles</a:t>
                </a:r>
              </a:p>
              <a:p>
                <a:pPr lvl="1"/>
                <a:r>
                  <a:rPr lang="en-US" smtClean="0"/>
                  <a:t>Second level</a:t>
                </a:r>
              </a:p>
              <a:p>
                <a:pPr lvl="2"/>
                <a:r>
                  <a:rPr lang="en-US" smtClean="0"/>
                  <a:t>Third level</a:t>
                </a:r>
              </a:p>
              <a:p>
                <a:pPr lvl="3"/>
                <a:r>
                  <a:rPr lang="en-US" smtClean="0"/>
                  <a:t>Fourth level</a:t>
                </a:r>
              </a:p>
              <a:p>
                <a:pPr lvl="4"/>
                <a:r>
                  <a:rPr lang="en-US" smtClean="0"/>
                  <a:t>Fifth level</a:t>
                </a:r>
                <a:endParaRPr lang="en-US"/>
              </a:p>
            </p:txBody>
          </p:sp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>
              <a:xfrm>
                <a:off x="4648200" y="1600200"/>
                <a:ext cx="4038600" cy="4525963"/>
              </a:xfrm>
            </p:spPr>
            <p:txBody>
              <a:bodyPr/>
              <a:lstStyle>
                <a:lvl1pPr>
                  <a:defRPr sz="2800"/>
                </a:lvl1pPr>
                <a:lvl2pPr>
                  <a:defRPr sz="2400"/>
                </a:lvl2pPr>
                <a:lvl3pPr>
                  <a:defRPr sz="2000"/>
                </a:lvl3pPr>
                <a:lvl4pPr>
                  <a:defRPr sz="1800"/>
                </a:lvl4pPr>
                <a:lvl5pPr>
                  <a:defRPr sz="1800"/>
                </a:lvl5pPr>
                <a:lvl6pPr>
                  <a:defRPr sz="1800"/>
                </a:lvl6pPr>
                <a:lvl7pPr>
                  <a:defRPr sz="1800"/>
                </a:lvl7pPr>
                <a:lvl8pPr>
                  <a:defRPr sz="1800"/>
                </a:lvl8pPr>
                <a:lvl9pPr>
                  <a:defRPr sz="1800"/>
                </a:lvl9pPr>
              </a:lstStyle>
              <a:p>
                <a:pPr lvl="0"/>
                <a:r>
                  <a:rPr lang="en-US" smtClean="0"/>
                  <a:t>Click to edit Master text styles</a:t>
                </a:r>
              </a:p>
              <a:p>
                <a:pPr lvl="1"/>
                <a:r>
                  <a:rPr lang="en-US" smtClean="0"/>
                  <a:t>Second level</a:t>
                </a:r>
              </a:p>
              <a:p>
                <a:pPr lvl="2"/>
                <a:r>
                  <a:rPr lang="en-US" smtClean="0"/>
                  <a:t>Third level</a:t>
                </a:r>
              </a:p>
              <a:p>
                <a:pPr lvl="3"/>
                <a:r>
                  <a:rPr lang="en-US" smtClean="0"/>
                  <a:t>Fourth level</a:t>
                </a:r>
              </a:p>
              <a:p>
                <a:pPr lvl="4"/>
                <a:r>
                  <a:rPr lang="en-US" smtClean="0"/>
                  <a:t>Fifth level</a:t>
                </a:r>
                <a:endParaRPr lang="en-US"/>
              </a:p>
            </p:txBody>
          </p:sp>
          <p:sp>
            <p:nvSpPr>
              <p:cNvPr id="5" name="Date Placeholder 4"/>
              <p:cNvSpPr>
                <a:spLocks noGrp="1"/>
              </p:cNvSpPr>
              <p:nvPr>
                <p:ph type="dt" sz="half" idx="10"/>
              </p:nvPr>
            </p:nvSpPr>
            <p:spPr/>
            <p:txBody>
              <a:bodyPr/>
              <a:lstStyle/>
              <a:p>
                <a:fld id="{5BCAD085-E8A6-8845-BD4E-CB4CCA059FC4}" type="datetimeFigureOut">
                  <a:rPr lang="en-US" smtClean="0"/>
                  <a:t>1/27/13</a:t>
                </a:fld>
                <a:endParaRPr lang="en-US"/>
              </a:p>
            </p:txBody>
          </p:sp>
          <p:sp>
            <p:nvSpPr>
              <p:cNvPr id="6" name="Footer Placeholder 5"/>
              <p:cNvSpPr>
                <a:spLocks noGrp="1"/>
              </p:cNvSpPr>
              <p:nvPr>
                <p:ph type="ftr" sz="quarter" idx="11"/>
              </p:nvPr>
            </p:nvSpPr>
            <p:spPr/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Slide Number Placeholder 6"/>
              <p:cNvSpPr>
                <a:spLocks noGrp="1"/>
              </p:cNvSpPr>
              <p:nvPr>
                <p:ph type="sldNum" sz="quarter" idx="12"/>
              </p:nvPr>
            </p:nvSpPr>
            <p:spPr/>
            <p:txBody>
              <a:bodyPr/>
              <a:lstStyle/>
              <a:p>
                <a:fld id="{C1FF6DA9-008F-8B48-92A6-B652298478BF}" type="slidenum">
                  <a:rPr lang="en-US" smtClean="0"/>
                  <a:t>‹#›</a:t>
                </a:fld>
                <a:endParaRPr lang="en-US"/>
              </a:p>
            </p:txBody>
          </p:sp>
        </p:spTree>
        <p:extLst>
          <p:ext uri="{BB962C8B-B14F-4D97-AF65-F5344CB8AC3E}">
            <p14:creationId xmlns:p14="http://schemas.microsoft.com/office/powerpoint/2010/main" val="2782244947"/>
          </p:ext>
        </p:extLst>
      </p:cSld>
      <p:clrMapOvr>
        <a:masterClrMapping/>
      </p:clrMapOvr>
    </p:sldLayout>
    <p:sldLayout type="twoTxTwoObj" preserve="1">
      <p:cSld name="Comparison">
        <p:spTree>
          <p:nvGrpSpPr>
            <p:cNvPr id="1" name="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>
                <a:lvl1pPr>
                  <a:defRPr/>
                </a:lvl1pPr>
              </a:lstStyle>
              <a:p>
                <a:r>
                  <a:rPr lang="en-US" smtClean="0"/>
                  <a:t>Click to edit Master title style</a:t>
                </a:r>
                <a:endParaRPr lang="en-US"/>
              </a:p>
            </p:txBody>
          </p:sp>
          <p:sp>
            <p:nvSpPr>
              <p:cNvPr id="3" name="Text Placeholder 2"/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7200" y="1535113"/>
                <a:ext cx="4040188" cy="639762"/>
              </a:xfrm>
            </p:spPr>
            <p:txBody>
              <a:bodyPr anchor="b"/>
              <a:lstStyle>
                <a:lvl1pPr marL="0" indent="0">
                  <a:buNone/>
                  <a:defRPr sz="2400" b="1"/>
                </a:lvl1pPr>
                <a:lvl2pPr marL="457200" indent="0">
                  <a:buNone/>
                  <a:defRPr sz="2000" b="1"/>
                </a:lvl2pPr>
                <a:lvl3pPr marL="914400" indent="0">
                  <a:buNone/>
                  <a:defRPr sz="1800" b="1"/>
                </a:lvl3pPr>
                <a:lvl4pPr marL="1371600" indent="0">
                  <a:buNone/>
                  <a:defRPr sz="1600" b="1"/>
                </a:lvl4pPr>
                <a:lvl5pPr marL="1828800" indent="0">
                  <a:buNone/>
                  <a:defRPr sz="1600" b="1"/>
                </a:lvl5pPr>
                <a:lvl6pPr marL="2286000" indent="0">
                  <a:buNone/>
                  <a:defRPr sz="1600" b="1"/>
                </a:lvl6pPr>
                <a:lvl7pPr marL="2743200" indent="0">
                  <a:buNone/>
                  <a:defRPr sz="1600" b="1"/>
                </a:lvl7pPr>
                <a:lvl8pPr marL="3200400" indent="0">
                  <a:buNone/>
                  <a:defRPr sz="1600" b="1"/>
                </a:lvl8pPr>
                <a:lvl9pPr marL="3657600" indent="0">
                  <a:buNone/>
                  <a:defRPr sz="1600" b="1"/>
                </a:lvl9pPr>
              </a:lstStyle>
              <a:p>
                <a:pPr lvl="0"/>
                <a:r>
                  <a:rPr lang="en-US" smtClean="0"/>
                  <a:t>Click to edit Master text styles</a:t>
                </a:r>
              </a:p>
            </p:txBody>
          </p:sp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>
              <a:xfrm>
                <a:off x="457200" y="2174875"/>
                <a:ext cx="4040188" cy="3951288"/>
              </a:xfrm>
            </p:spPr>
            <p:txBody>
              <a:bodyPr/>
              <a:lstStyle>
                <a:lvl1pPr>
                  <a:defRPr sz="2400"/>
                </a:lvl1pPr>
                <a:lvl2pPr>
                  <a:defRPr sz="2000"/>
                </a:lvl2pPr>
                <a:lvl3pPr>
                  <a:defRPr sz="1800"/>
                </a:lvl3pPr>
                <a:lvl4pPr>
                  <a:defRPr sz="1600"/>
                </a:lvl4pPr>
                <a:lvl5pPr>
                  <a:defRPr sz="1600"/>
                </a:lvl5pPr>
                <a:lvl6pPr>
                  <a:defRPr sz="1600"/>
                </a:lvl6pPr>
                <a:lvl7pPr>
                  <a:defRPr sz="1600"/>
                </a:lvl7pPr>
                <a:lvl8pPr>
                  <a:defRPr sz="1600"/>
                </a:lvl8pPr>
                <a:lvl9pPr>
                  <a:defRPr sz="1600"/>
                </a:lvl9pPr>
              </a:lstStyle>
              <a:p>
                <a:pPr lvl="0"/>
                <a:r>
                  <a:rPr lang="en-US" smtClean="0"/>
                  <a:t>Click to edit Master text styles</a:t>
                </a:r>
              </a:p>
              <a:p>
                <a:pPr lvl="1"/>
                <a:r>
                  <a:rPr lang="en-US" smtClean="0"/>
                  <a:t>Second level</a:t>
                </a:r>
              </a:p>
              <a:p>
                <a:pPr lvl="2"/>
                <a:r>
                  <a:rPr lang="en-US" smtClean="0"/>
                  <a:t>Third level</a:t>
                </a:r>
              </a:p>
              <a:p>
                <a:pPr lvl="3"/>
                <a:r>
                  <a:rPr lang="en-US" smtClean="0"/>
                  <a:t>Fourth level</a:t>
                </a:r>
              </a:p>
              <a:p>
                <a:pPr lvl="4"/>
                <a:r>
                  <a:rPr lang="en-US" smtClean="0"/>
                  <a:t>Fifth level</a:t>
                </a:r>
                <a:endParaRPr lang="en-US"/>
              </a:p>
            </p:txBody>
          </p:sp>
          <p:sp>
            <p:nvSpPr>
              <p:cNvPr id="5" name="Text Placeholder 4"/>
              <p:cNvSpPr>
                <a:spLocks noGrp="1"/>
              </p:cNvSpPr>
              <p:nvPr>
                <p:ph type="body" sz="quarter" idx="3"/>
              </p:nvPr>
            </p:nvSpPr>
            <p:spPr>
              <a:xfrm>
                <a:off x="4645025" y="1535113"/>
                <a:ext cx="4041775" cy="639762"/>
              </a:xfrm>
            </p:spPr>
            <p:txBody>
              <a:bodyPr anchor="b"/>
              <a:lstStyle>
                <a:lvl1pPr marL="0" indent="0">
                  <a:buNone/>
                  <a:defRPr sz="2400" b="1"/>
                </a:lvl1pPr>
                <a:lvl2pPr marL="457200" indent="0">
                  <a:buNone/>
                  <a:defRPr sz="2000" b="1"/>
                </a:lvl2pPr>
                <a:lvl3pPr marL="914400" indent="0">
                  <a:buNone/>
                  <a:defRPr sz="1800" b="1"/>
                </a:lvl3pPr>
                <a:lvl4pPr marL="1371600" indent="0">
                  <a:buNone/>
                  <a:defRPr sz="1600" b="1"/>
                </a:lvl4pPr>
                <a:lvl5pPr marL="1828800" indent="0">
                  <a:buNone/>
                  <a:defRPr sz="1600" b="1"/>
                </a:lvl5pPr>
                <a:lvl6pPr marL="2286000" indent="0">
                  <a:buNone/>
                  <a:defRPr sz="1600" b="1"/>
                </a:lvl6pPr>
                <a:lvl7pPr marL="2743200" indent="0">
                  <a:buNone/>
                  <a:defRPr sz="1600" b="1"/>
                </a:lvl7pPr>
                <a:lvl8pPr marL="3200400" indent="0">
                  <a:buNone/>
                  <a:defRPr sz="1600" b="1"/>
                </a:lvl8pPr>
                <a:lvl9pPr marL="3657600" indent="0">
                  <a:buNone/>
                  <a:defRPr sz="1600" b="1"/>
                </a:lvl9pPr>
              </a:lstStyle>
              <a:p>
                <a:pPr lvl="0"/>
                <a:r>
                  <a:rPr lang="en-US" smtClean="0"/>
                  <a:t>Click to edit Master text styles</a:t>
                </a:r>
              </a:p>
            </p:txBody>
          </p:sp>
          <p:sp>
            <p:nvSpPr>
              <p:cNvPr id="6" name="Content Placeholder 5"/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4645025" y="2174875"/>
                <a:ext cx="4041775" cy="3951288"/>
              </a:xfrm>
            </p:spPr>
            <p:txBody>
              <a:bodyPr/>
              <a:lstStyle>
                <a:lvl1pPr>
                  <a:defRPr sz="2400"/>
                </a:lvl1pPr>
                <a:lvl2pPr>
                  <a:defRPr sz="2000"/>
                </a:lvl2pPr>
                <a:lvl3pPr>
                  <a:defRPr sz="1800"/>
                </a:lvl3pPr>
                <a:lvl4pPr>
                  <a:defRPr sz="1600"/>
                </a:lvl4pPr>
                <a:lvl5pPr>
                  <a:defRPr sz="1600"/>
                </a:lvl5pPr>
                <a:lvl6pPr>
                  <a:defRPr sz="1600"/>
                </a:lvl6pPr>
                <a:lvl7pPr>
                  <a:defRPr sz="1600"/>
                </a:lvl7pPr>
                <a:lvl8pPr>
                  <a:defRPr sz="1600"/>
                </a:lvl8pPr>
                <a:lvl9pPr>
                  <a:defRPr sz="1600"/>
                </a:lvl9pPr>
              </a:lstStyle>
              <a:p>
                <a:pPr lvl="0"/>
                <a:r>
                  <a:rPr lang="en-US" smtClean="0"/>
                  <a:t>Click to edit Master text styles</a:t>
                </a:r>
              </a:p>
              <a:p>
                <a:pPr lvl="1"/>
                <a:r>
                  <a:rPr lang="en-US" smtClean="0"/>
                  <a:t>Second level</a:t>
                </a:r>
              </a:p>
              <a:p>
                <a:pPr lvl="2"/>
                <a:r>
                  <a:rPr lang="en-US" smtClean="0"/>
                  <a:t>Third level</a:t>
                </a:r>
              </a:p>
              <a:p>
                <a:pPr lvl="3"/>
                <a:r>
                  <a:rPr lang="en-US" smtClean="0"/>
                  <a:t>Fourth level</a:t>
                </a:r>
              </a:p>
              <a:p>
                <a:pPr lvl="4"/>
                <a:r>
                  <a:rPr lang="en-US" smtClean="0"/>
                  <a:t>Fifth level</a:t>
                </a:r>
                <a:endParaRPr lang="en-US"/>
              </a:p>
            </p:txBody>
          </p:sp>
          <p:sp>
            <p:nvSpPr>
              <p:cNvPr id="7" name="Date Placeholder 6"/>
              <p:cNvSpPr>
                <a:spLocks noGrp="1"/>
              </p:cNvSpPr>
              <p:nvPr>
                <p:ph type="dt" sz="half" idx="10"/>
              </p:nvPr>
            </p:nvSpPr>
            <p:spPr/>
            <p:txBody>
              <a:bodyPr/>
              <a:lstStyle/>
              <a:p>
                <a:fld id="{5BCAD085-E8A6-8845-BD4E-CB4CCA059FC4}" type="datetimeFigureOut">
                  <a:rPr lang="en-US" smtClean="0"/>
                  <a:t>1/27/13</a:t>
                </a:fld>
                <a:endParaRPr lang="en-US"/>
              </a:p>
            </p:txBody>
          </p:sp>
          <p:sp>
            <p:nvSpPr>
              <p:cNvPr id="8" name="Footer Placeholder 7"/>
              <p:cNvSpPr>
                <a:spLocks noGrp="1"/>
              </p:cNvSpPr>
              <p:nvPr>
                <p:ph type="ftr" sz="quarter" idx="11"/>
              </p:nvPr>
            </p:nvSpPr>
            <p:spPr/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Slide Number Placeholder 8"/>
              <p:cNvSpPr>
                <a:spLocks noGrp="1"/>
              </p:cNvSpPr>
              <p:nvPr>
                <p:ph type="sldNum" sz="quarter" idx="12"/>
              </p:nvPr>
            </p:nvSpPr>
            <p:spPr/>
            <p:txBody>
              <a:bodyPr/>
              <a:lstStyle/>
              <a:p>
                <a:fld id="{C1FF6DA9-008F-8B48-92A6-B652298478BF}" type="slidenum">
                  <a:rPr lang="en-US" smtClean="0"/>
                  <a:t>‹#›</a:t>
                </a:fld>
                <a:endParaRPr lang="en-US"/>
              </a:p>
            </p:txBody>
          </p:sp>
        </p:spTree>
        <p:extLst>
          <p:ext uri="{BB962C8B-B14F-4D97-AF65-F5344CB8AC3E}">
            <p14:creationId xmlns:p14="http://schemas.microsoft.com/office/powerpoint/2010/main" val="990158736"/>
          </p:ext>
        </p:extLst>
      </p:cSld>
      <p:clrMapOvr>
        <a:masterClrMapping/>
      </p:clrMapOvr>
    </p:sldLayout>
    <p:sldLayout type="titleOnly" preserve="1">
      <p:cSld name="Title Only">
        <p:spTree>
          <p:nvGrpSpPr>
            <p:cNvPr id="1" name="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mtClean="0"/>
                  <a:t>Click to edit Master title style</a:t>
                </a:r>
                <a:endParaRPr lang="en-US"/>
              </a:p>
            </p:txBody>
          </p:sp>
          <p:sp>
            <p:nvSpPr>
              <p:cNvPr id="3" name="Date Placeholder 2"/>
              <p:cNvSpPr>
                <a:spLocks noGrp="1"/>
              </p:cNvSpPr>
              <p:nvPr>
                <p:ph type="dt" sz="half" idx="10"/>
              </p:nvPr>
            </p:nvSpPr>
            <p:spPr/>
            <p:txBody>
              <a:bodyPr/>
              <a:lstStyle/>
              <a:p>
                <a:fld id="{5BCAD085-E8A6-8845-BD4E-CB4CCA059FC4}" type="datetimeFigureOut">
                  <a:rPr lang="en-US" smtClean="0"/>
                  <a:t>1/27/13</a:t>
                </a:fld>
                <a:endParaRPr lang="en-US"/>
              </a:p>
            </p:txBody>
          </p:sp>
          <p:sp>
            <p:nvSpPr>
              <p:cNvPr id="4" name="Footer Placeholder 3"/>
              <p:cNvSpPr>
                <a:spLocks noGrp="1"/>
              </p:cNvSpPr>
              <p:nvPr>
                <p:ph type="ftr" sz="quarter" idx="11"/>
              </p:nvPr>
            </p:nvSpPr>
            <p:spPr/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Slide Number Placeholder 4"/>
              <p:cNvSpPr>
                <a:spLocks noGrp="1"/>
              </p:cNvSpPr>
              <p:nvPr>
                <p:ph type="sldNum" sz="quarter" idx="12"/>
              </p:nvPr>
            </p:nvSpPr>
            <p:spPr/>
            <p:txBody>
              <a:bodyPr/>
              <a:lstStyle/>
              <a:p>
                <a:fld id="{C1FF6DA9-008F-8B48-92A6-B652298478BF}" type="slidenum">
                  <a:rPr lang="en-US" smtClean="0"/>
                  <a:t>‹#›</a:t>
                </a:fld>
                <a:endParaRPr lang="en-US"/>
              </a:p>
            </p:txBody>
          </p:sp>
        </p:spTree>
        <p:extLst>
          <p:ext uri="{BB962C8B-B14F-4D97-AF65-F5344CB8AC3E}">
            <p14:creationId xmlns:p14="http://schemas.microsoft.com/office/powerpoint/2010/main" val="727027711"/>
          </p:ext>
        </p:extLst>
      </p:cSld>
      <p:clrMapOvr>
        <a:masterClrMapping/>
      </p:clrMapOvr>
    </p:sldLayout>
    <p:sldLayout type="blank" preserve="1">
      <p:cSld name="Blank">
        <p:spTree>
          <p:nvGrpSpPr>
            <p:cNvPr id="1" name="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" name="Date Placeholder 1"/>
              <p:cNvSpPr>
                <a:spLocks noGrp="1"/>
              </p:cNvSpPr>
              <p:nvPr>
                <p:ph type="dt" sz="half" idx="10"/>
              </p:nvPr>
            </p:nvSpPr>
            <p:spPr/>
            <p:txBody>
              <a:bodyPr/>
              <a:lstStyle/>
              <a:p>
                <a:fld id="{5BCAD085-E8A6-8845-BD4E-CB4CCA059FC4}" type="datetimeFigureOut">
                  <a:rPr lang="en-US" smtClean="0"/>
                  <a:t>1/27/13</a:t>
                </a:fld>
                <a:endParaRPr lang="en-US"/>
              </a:p>
            </p:txBody>
          </p:sp>
          <p:sp>
            <p:nvSpPr>
              <p:cNvPr id="3" name="Footer Placeholder 2"/>
              <p:cNvSpPr>
                <a:spLocks noGrp="1"/>
              </p:cNvSpPr>
              <p:nvPr>
                <p:ph type="ftr" sz="quarter" idx="11"/>
              </p:nvPr>
            </p:nvSpPr>
            <p:spPr/>
            <p:txBody>
              <a:bodyPr/>
              <a:lstStyle/>
              <a:p>
                <a:endParaRPr lang="en-US"/>
              </a:p>
            </p:txBody>
          </p:sp>
          <p:sp>
            <p:nvSpPr>
              <p:cNvPr id="4" name="Slide Number Placeholder 3"/>
              <p:cNvSpPr>
                <a:spLocks noGrp="1"/>
              </p:cNvSpPr>
              <p:nvPr>
                <p:ph type="sldNum" sz="quarter" idx="12"/>
              </p:nvPr>
            </p:nvSpPr>
            <p:spPr/>
            <p:txBody>
              <a:bodyPr/>
              <a:lstStyle/>
              <a:p>
                <a:fld id="{C1FF6DA9-008F-8B48-92A6-B652298478BF}" type="slidenum">
                  <a:rPr lang="en-US" smtClean="0"/>
                  <a:t>‹#›</a:t>
                </a:fld>
                <a:endParaRPr lang="en-US"/>
              </a:p>
            </p:txBody>
          </p:sp>
        </p:spTree>
        <p:extLst>
          <p:ext uri="{BB962C8B-B14F-4D97-AF65-F5344CB8AC3E}">
            <p14:creationId xmlns:p14="http://schemas.microsoft.com/office/powerpoint/2010/main" val="1212999818"/>
          </p:ext>
        </p:extLst>
      </p:cSld>
      <p:clrMapOvr>
        <a:masterClrMapping/>
      </p:clrMapOvr>
    </p:sldLayout>
    <p:sldLayout type="objTx" preserve="1">
      <p:cSld name="Content with Caption">
        <p:spTree>
          <p:nvGrpSpPr>
            <p:cNvPr id="1" name="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457200" y="273050"/>
                <a:ext cx="3008313" cy="1162050"/>
              </a:xfrm>
            </p:spPr>
            <p:txBody>
              <a:bodyPr anchor="b"/>
              <a:lstStyle>
                <a:lvl1pPr algn="l">
                  <a:defRPr sz="2000" b="1"/>
                </a:lvl1pPr>
              </a:lstStyle>
              <a:p>
                <a:r>
                  <a:rPr lang="en-US" smtClean="0"/>
                  <a:t>Click to edit Master title style</a:t>
                </a:r>
                <a:endParaRPr lang="en-US"/>
              </a:p>
            </p:txBody>
          </p:sp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575050" y="273050"/>
                <a:ext cx="5111750" cy="5853113"/>
              </a:xfrm>
            </p:spPr>
            <p:txBody>
              <a:bodyPr/>
              <a:lstStyle>
                <a:lvl1pPr>
                  <a:defRPr sz="3200"/>
                </a:lvl1pPr>
                <a:lvl2pPr>
                  <a:defRPr sz="2800"/>
                </a:lvl2pPr>
                <a:lvl3pPr>
                  <a:defRPr sz="2400"/>
                </a:lvl3pPr>
                <a:lvl4pPr>
                  <a:defRPr sz="2000"/>
                </a:lvl4pPr>
                <a:lvl5pPr>
                  <a:defRPr sz="2000"/>
                </a:lvl5pPr>
                <a:lvl6pPr>
                  <a:defRPr sz="2000"/>
                </a:lvl6pPr>
                <a:lvl7pPr>
                  <a:defRPr sz="2000"/>
                </a:lvl7pPr>
                <a:lvl8pPr>
                  <a:defRPr sz="2000"/>
                </a:lvl8pPr>
                <a:lvl9pPr>
                  <a:defRPr sz="2000"/>
                </a:lvl9pPr>
              </a:lstStyle>
              <a:p>
                <a:pPr lvl="0"/>
                <a:r>
                  <a:rPr lang="en-US" smtClean="0"/>
                  <a:t>Click to edit Master text styles</a:t>
                </a:r>
              </a:p>
              <a:p>
                <a:pPr lvl="1"/>
                <a:r>
                  <a:rPr lang="en-US" smtClean="0"/>
                  <a:t>Second level</a:t>
                </a:r>
              </a:p>
              <a:p>
                <a:pPr lvl="2"/>
                <a:r>
                  <a:rPr lang="en-US" smtClean="0"/>
                  <a:t>Third level</a:t>
                </a:r>
              </a:p>
              <a:p>
                <a:pPr lvl="3"/>
                <a:r>
                  <a:rPr lang="en-US" smtClean="0"/>
                  <a:t>Fourth level</a:t>
                </a:r>
              </a:p>
              <a:p>
                <a:pPr lvl="4"/>
                <a:r>
                  <a:rPr lang="en-US" smtClean="0"/>
                  <a:t>Fifth level</a:t>
                </a:r>
                <a:endParaRPr lang="en-US"/>
              </a:p>
            </p:txBody>
          </p:sp>
          <p:sp>
            <p:nvSpPr>
              <p:cNvPr id="4" name="Text Placeholder 3"/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457200" y="1435100"/>
                <a:ext cx="3008313" cy="4691063"/>
              </a:xfrm>
            </p:spPr>
            <p:txBody>
              <a:bodyPr/>
              <a:lstStyle>
                <a:lvl1pPr marL="0" indent="0">
                  <a:buNone/>
                  <a:defRPr sz="1400"/>
                </a:lvl1pPr>
                <a:lvl2pPr marL="457200" indent="0">
                  <a:buNone/>
                  <a:defRPr sz="1200"/>
                </a:lvl2pPr>
                <a:lvl3pPr marL="914400" indent="0">
                  <a:buNone/>
                  <a:defRPr sz="1000"/>
                </a:lvl3pPr>
                <a:lvl4pPr marL="1371600" indent="0">
                  <a:buNone/>
                  <a:defRPr sz="900"/>
                </a:lvl4pPr>
                <a:lvl5pPr marL="1828800" indent="0">
                  <a:buNone/>
                  <a:defRPr sz="900"/>
                </a:lvl5pPr>
                <a:lvl6pPr marL="2286000" indent="0">
                  <a:buNone/>
                  <a:defRPr sz="900"/>
                </a:lvl6pPr>
                <a:lvl7pPr marL="2743200" indent="0">
                  <a:buNone/>
                  <a:defRPr sz="900"/>
                </a:lvl7pPr>
                <a:lvl8pPr marL="3200400" indent="0">
                  <a:buNone/>
                  <a:defRPr sz="900"/>
                </a:lvl8pPr>
                <a:lvl9pPr marL="3657600" indent="0">
                  <a:buNone/>
                  <a:defRPr sz="900"/>
                </a:lvl9pPr>
              </a:lstStyle>
              <a:p>
                <a:pPr lvl="0"/>
                <a:r>
                  <a:rPr lang="en-US" smtClean="0"/>
                  <a:t>Click to edit Master text styles</a:t>
                </a:r>
              </a:p>
            </p:txBody>
          </p:sp>
          <p:sp>
            <p:nvSpPr>
              <p:cNvPr id="5" name="Date Placeholder 4"/>
              <p:cNvSpPr>
                <a:spLocks noGrp="1"/>
              </p:cNvSpPr>
              <p:nvPr>
                <p:ph type="dt" sz="half" idx="10"/>
              </p:nvPr>
            </p:nvSpPr>
            <p:spPr/>
            <p:txBody>
              <a:bodyPr/>
              <a:lstStyle/>
              <a:p>
                <a:fld id="{5BCAD085-E8A6-8845-BD4E-CB4CCA059FC4}" type="datetimeFigureOut">
                  <a:rPr lang="en-US" smtClean="0"/>
                  <a:t>1/27/13</a:t>
                </a:fld>
                <a:endParaRPr lang="en-US"/>
              </a:p>
            </p:txBody>
          </p:sp>
          <p:sp>
            <p:nvSpPr>
              <p:cNvPr id="6" name="Footer Placeholder 5"/>
              <p:cNvSpPr>
                <a:spLocks noGrp="1"/>
              </p:cNvSpPr>
              <p:nvPr>
                <p:ph type="ftr" sz="quarter" idx="11"/>
              </p:nvPr>
            </p:nvSpPr>
            <p:spPr/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Slide Number Placeholder 6"/>
              <p:cNvSpPr>
                <a:spLocks noGrp="1"/>
              </p:cNvSpPr>
              <p:nvPr>
                <p:ph type="sldNum" sz="quarter" idx="12"/>
              </p:nvPr>
            </p:nvSpPr>
            <p:spPr/>
            <p:txBody>
              <a:bodyPr/>
              <a:lstStyle/>
              <a:p>
                <a:fld id="{C1FF6DA9-008F-8B48-92A6-B652298478BF}" type="slidenum">
                  <a:rPr lang="en-US" smtClean="0"/>
                  <a:t>‹#›</a:t>
                </a:fld>
                <a:endParaRPr lang="en-US"/>
              </a:p>
            </p:txBody>
          </p:sp>
        </p:spTree>
        <p:extLst>
          <p:ext uri="{BB962C8B-B14F-4D97-AF65-F5344CB8AC3E}">
            <p14:creationId xmlns:p14="http://schemas.microsoft.com/office/powerpoint/2010/main" val="1840726560"/>
          </p:ext>
        </p:extLst>
      </p:cSld>
      <p:clrMapOvr>
        <a:masterClrMapping/>
      </p:clrMapOvr>
    </p:sldLayout>
    <p:sldLayout type="picTx" preserve="1">
      <p:cSld name="Picture with Caption">
        <p:spTree>
          <p:nvGrpSpPr>
            <p:cNvPr id="1" name="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1792288" y="4800600"/>
                <a:ext cx="5486400" cy="566738"/>
              </a:xfrm>
            </p:spPr>
            <p:txBody>
              <a:bodyPr anchor="b"/>
              <a:lstStyle>
                <a:lvl1pPr algn="l">
                  <a:defRPr sz="2000" b="1"/>
                </a:lvl1pPr>
              </a:lstStyle>
              <a:p>
                <a:r>
                  <a:rPr lang="en-US" smtClean="0"/>
                  <a:t>Click to edit Master title style</a:t>
                </a:r>
                <a:endParaRPr lang="en-US"/>
              </a:p>
            </p:txBody>
          </p:sp>
          <p:sp>
            <p:nvSpPr>
              <p:cNvPr id="3" name="Picture Placeholder 2"/>
              <p:cNvSpPr>
                <a:spLocks noGrp="1"/>
              </p:cNvSpPr>
              <p:nvPr>
                <p:ph type="pic" idx="1"/>
              </p:nvPr>
            </p:nvSpPr>
            <p:spPr>
              <a:xfrm>
                <a:off x="1792288" y="612775"/>
                <a:ext cx="5486400" cy="4114800"/>
              </a:xfrm>
            </p:spPr>
            <p:txBody>
              <a:bodyPr/>
              <a:lstStyle>
                <a:lvl1pPr marL="0" indent="0">
                  <a:buNone/>
                  <a:defRPr sz="3200"/>
                </a:lvl1pPr>
                <a:lvl2pPr marL="457200" indent="0">
                  <a:buNone/>
                  <a:defRPr sz="2800"/>
                </a:lvl2pPr>
                <a:lvl3pPr marL="914400" indent="0">
                  <a:buNone/>
                  <a:defRPr sz="2400"/>
                </a:lvl3pPr>
                <a:lvl4pPr marL="1371600" indent="0">
                  <a:buNone/>
                  <a:defRPr sz="2000"/>
                </a:lvl4pPr>
                <a:lvl5pPr marL="1828800" indent="0">
                  <a:buNone/>
                  <a:defRPr sz="2000"/>
                </a:lvl5pPr>
                <a:lvl6pPr marL="2286000" indent="0">
                  <a:buNone/>
                  <a:defRPr sz="2000"/>
                </a:lvl6pPr>
                <a:lvl7pPr marL="2743200" indent="0">
                  <a:buNone/>
                  <a:defRPr sz="2000"/>
                </a:lvl7pPr>
                <a:lvl8pPr marL="3200400" indent="0">
                  <a:buNone/>
                  <a:defRPr sz="2000"/>
                </a:lvl8pPr>
                <a:lvl9pPr marL="3657600" indent="0">
                  <a:buNone/>
                  <a:defRPr sz="2000"/>
                </a:lvl9pPr>
              </a:lstStyle>
              <a:p>
                <a:endParaRPr lang="en-US"/>
              </a:p>
            </p:txBody>
          </p:sp>
          <p:sp>
            <p:nvSpPr>
              <p:cNvPr id="4" name="Text Placeholder 3"/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1792288" y="5367338"/>
                <a:ext cx="5486400" cy="804862"/>
              </a:xfrm>
            </p:spPr>
            <p:txBody>
              <a:bodyPr/>
              <a:lstStyle>
                <a:lvl1pPr marL="0" indent="0">
                  <a:buNone/>
                  <a:defRPr sz="1400"/>
                </a:lvl1pPr>
                <a:lvl2pPr marL="457200" indent="0">
                  <a:buNone/>
                  <a:defRPr sz="1200"/>
                </a:lvl2pPr>
                <a:lvl3pPr marL="914400" indent="0">
                  <a:buNone/>
                  <a:defRPr sz="1000"/>
                </a:lvl3pPr>
                <a:lvl4pPr marL="1371600" indent="0">
                  <a:buNone/>
                  <a:defRPr sz="900"/>
                </a:lvl4pPr>
                <a:lvl5pPr marL="1828800" indent="0">
                  <a:buNone/>
                  <a:defRPr sz="900"/>
                </a:lvl5pPr>
                <a:lvl6pPr marL="2286000" indent="0">
                  <a:buNone/>
                  <a:defRPr sz="900"/>
                </a:lvl6pPr>
                <a:lvl7pPr marL="2743200" indent="0">
                  <a:buNone/>
                  <a:defRPr sz="900"/>
                </a:lvl7pPr>
                <a:lvl8pPr marL="3200400" indent="0">
                  <a:buNone/>
                  <a:defRPr sz="900"/>
                </a:lvl8pPr>
                <a:lvl9pPr marL="3657600" indent="0">
                  <a:buNone/>
                  <a:defRPr sz="900"/>
                </a:lvl9pPr>
              </a:lstStyle>
              <a:p>
                <a:pPr lvl="0"/>
                <a:r>
                  <a:rPr lang="en-US" smtClean="0"/>
                  <a:t>Click to edit Master text styles</a:t>
                </a:r>
              </a:p>
            </p:txBody>
          </p:sp>
          <p:sp>
            <p:nvSpPr>
              <p:cNvPr id="5" name="Date Placeholder 4"/>
              <p:cNvSpPr>
                <a:spLocks noGrp="1"/>
              </p:cNvSpPr>
              <p:nvPr>
                <p:ph type="dt" sz="half" idx="10"/>
              </p:nvPr>
            </p:nvSpPr>
            <p:spPr/>
            <p:txBody>
              <a:bodyPr/>
              <a:lstStyle/>
              <a:p>
                <a:fld id="{5BCAD085-E8A6-8845-BD4E-CB4CCA059FC4}" type="datetimeFigureOut">
                  <a:rPr lang="en-US" smtClean="0"/>
                  <a:t>1/27/13</a:t>
                </a:fld>
                <a:endParaRPr lang="en-US"/>
              </a:p>
            </p:txBody>
          </p:sp>
          <p:sp>
            <p:nvSpPr>
              <p:cNvPr id="6" name="Footer Placeholder 5"/>
              <p:cNvSpPr>
                <a:spLocks noGrp="1"/>
              </p:cNvSpPr>
              <p:nvPr>
                <p:ph type="ftr" sz="quarter" idx="11"/>
              </p:nvPr>
            </p:nvSpPr>
            <p:spPr/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Slide Number Placeholder 6"/>
              <p:cNvSpPr>
                <a:spLocks noGrp="1"/>
              </p:cNvSpPr>
              <p:nvPr>
                <p:ph type="sldNum" sz="quarter" idx="12"/>
              </p:nvPr>
            </p:nvSpPr>
            <p:spPr/>
            <p:txBody>
              <a:bodyPr/>
              <a:lstStyle/>
              <a:p>
                <a:fld id="{C1FF6DA9-008F-8B48-92A6-B652298478BF}" type="slidenum">
                  <a:rPr lang="en-US" smtClean="0"/>
                  <a:t>‹#›</a:t>
                </a:fld>
                <a:endParaRPr lang="en-US"/>
              </a:p>
            </p:txBody>
          </p:sp>
        </p:spTree>
        <p:extLst>
          <p:ext uri="{BB962C8B-B14F-4D97-AF65-F5344CB8AC3E}">
            <p14:creationId xmlns:p14="http://schemas.microsoft.com/office/powerpoint/2010/main" val="3889236939"/>
          </p:ext>
        </p:extLst>
      </p:cSld>
      <p:clrMapOvr>
        <a:masterClrMapping/>
      </p:clrMapOvr>
    </p:sldLayout>
    <p:sldLayout type="vertTx" preserve="1">
      <p:cSld name="Title and Vertical Text">
        <p:spTree>
          <p:nvGrpSpPr>
            <p:cNvPr id="1" name="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mtClean="0"/>
                  <a:t>Click to edit Master title style</a:t>
                </a:r>
                <a:endParaRPr lang="en-US"/>
              </a:p>
            </p:txBody>
          </p:sp>
          <p:sp>
            <p:nvSpPr>
              <p:cNvPr id="3" name="Vertical Text Placeholder 2"/>
              <p:cNvSpPr>
                <a:spLocks noGrp="1"/>
              </p:cNvSpPr>
              <p:nvPr>
                <p:ph type="body" orient="vert" idx="1"/>
              </p:nvPr>
            </p:nvSpPr>
            <p:spPr/>
            <p:txBody>
              <a:bodyPr vert="eaVert"/>
              <a:lstStyle/>
              <a:p>
                <a:pPr lvl="0"/>
                <a:r>
                  <a:rPr lang="en-US" smtClean="0"/>
                  <a:t>Click to edit Master text styles</a:t>
                </a:r>
              </a:p>
              <a:p>
                <a:pPr lvl="1"/>
                <a:r>
                  <a:rPr lang="en-US" smtClean="0"/>
                  <a:t>Second level</a:t>
                </a:r>
              </a:p>
              <a:p>
                <a:pPr lvl="2"/>
                <a:r>
                  <a:rPr lang="en-US" smtClean="0"/>
                  <a:t>Third level</a:t>
                </a:r>
              </a:p>
              <a:p>
                <a:pPr lvl="3"/>
                <a:r>
                  <a:rPr lang="en-US" smtClean="0"/>
                  <a:t>Fourth level</a:t>
                </a:r>
              </a:p>
              <a:p>
                <a:pPr lvl="4"/>
                <a:r>
                  <a:rPr lang="en-US" smtClean="0"/>
                  <a:t>Fifth level</a:t>
                </a:r>
                <a:endParaRPr lang="en-US"/>
              </a:p>
            </p:txBody>
          </p:sp>
          <p:sp>
            <p:nvSpPr>
              <p:cNvPr id="4" name="Date Placeholder 3"/>
              <p:cNvSpPr>
                <a:spLocks noGrp="1"/>
              </p:cNvSpPr>
              <p:nvPr>
                <p:ph type="dt" sz="half" idx="10"/>
              </p:nvPr>
            </p:nvSpPr>
            <p:spPr/>
            <p:txBody>
              <a:bodyPr/>
              <a:lstStyle/>
              <a:p>
                <a:fld id="{5BCAD085-E8A6-8845-BD4E-CB4CCA059FC4}" type="datetimeFigureOut">
                  <a:rPr lang="en-US" smtClean="0"/>
                  <a:t>1/27/13</a:t>
                </a:fld>
                <a:endParaRPr lang="en-US"/>
              </a:p>
            </p:txBody>
          </p:sp>
          <p:sp>
            <p:nvSpPr>
              <p:cNvPr id="5" name="Footer Placeholder 4"/>
              <p:cNvSpPr>
                <a:spLocks noGrp="1"/>
              </p:cNvSpPr>
              <p:nvPr>
                <p:ph type="ftr" sz="quarter" idx="11"/>
              </p:nvPr>
            </p:nvSpPr>
            <p:spPr/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Slide Number Placeholder 5"/>
              <p:cNvSpPr>
                <a:spLocks noGrp="1"/>
              </p:cNvSpPr>
              <p:nvPr>
                <p:ph type="sldNum" sz="quarter" idx="12"/>
              </p:nvPr>
            </p:nvSpPr>
            <p:spPr/>
            <p:txBody>
              <a:bodyPr/>
              <a:lstStyle/>
              <a:p>
                <a:fld id="{C1FF6DA9-008F-8B48-92A6-B652298478BF}" type="slidenum">
                  <a:rPr lang="en-US" smtClean="0"/>
                  <a:t>‹#›</a:t>
                </a:fld>
                <a:endParaRPr lang="en-US"/>
              </a:p>
            </p:txBody>
          </p:sp>
        </p:spTree>
        <p:extLst>
          <p:ext uri="{BB962C8B-B14F-4D97-AF65-F5344CB8AC3E}">
            <p14:creationId xmlns:p14="http://schemas.microsoft.com/office/powerpoint/2010/main" val="2910927964"/>
          </p:ext>
        </p:extLst>
      </p:cSld>
      <p:clrMapOvr>
        <a:masterClrMapping/>
      </p:clrMapOvr>
    </p:sldLayout>
    <p:sldLayout type="vertTitleAndTx" preserve="1">
      <p:cSld name="Vertical Title and Text">
        <p:spTree>
          <p:nvGrpSpPr>
            <p:cNvPr id="1" name="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" name="Vertical Title 1"/>
              <p:cNvSpPr>
                <a:spLocks noGrp="1"/>
              </p:cNvSpPr>
              <p:nvPr>
                <p:ph type="title" orient="vert"/>
              </p:nvPr>
            </p:nvSpPr>
            <p:spPr>
              <a:xfrm>
                <a:off x="6629400" y="274638"/>
                <a:ext cx="2057400" cy="5851525"/>
              </a:xfrm>
            </p:spPr>
            <p:txBody>
              <a:bodyPr vert="eaVert"/>
              <a:lstStyle/>
              <a:p>
                <a:r>
                  <a:rPr lang="en-US" smtClean="0"/>
                  <a:t>Click to edit Master title style</a:t>
                </a:r>
                <a:endParaRPr lang="en-US"/>
              </a:p>
            </p:txBody>
          </p:sp>
          <p:sp>
            <p:nvSpPr>
              <p:cNvPr id="3" name="Vertical Text Placeholder 2"/>
              <p:cNvSpPr>
                <a:spLocks noGrp="1"/>
              </p:cNvSpPr>
              <p:nvPr>
                <p:ph type="body" orient="vert" idx="1"/>
              </p:nvPr>
            </p:nvSpPr>
            <p:spPr>
              <a:xfrm>
                <a:off x="457200" y="274638"/>
                <a:ext cx="6019800" cy="5851525"/>
              </a:xfrm>
            </p:spPr>
            <p:txBody>
              <a:bodyPr vert="eaVert"/>
              <a:lstStyle/>
              <a:p>
                <a:pPr lvl="0"/>
                <a:r>
                  <a:rPr lang="en-US" smtClean="0"/>
                  <a:t>Click to edit Master text styles</a:t>
                </a:r>
              </a:p>
              <a:p>
                <a:pPr lvl="1"/>
                <a:r>
                  <a:rPr lang="en-US" smtClean="0"/>
                  <a:t>Second level</a:t>
                </a:r>
              </a:p>
              <a:p>
                <a:pPr lvl="2"/>
                <a:r>
                  <a:rPr lang="en-US" smtClean="0"/>
                  <a:t>Third level</a:t>
                </a:r>
              </a:p>
              <a:p>
                <a:pPr lvl="3"/>
                <a:r>
                  <a:rPr lang="en-US" smtClean="0"/>
                  <a:t>Fourth level</a:t>
                </a:r>
              </a:p>
              <a:p>
                <a:pPr lvl="4"/>
                <a:r>
                  <a:rPr lang="en-US" smtClean="0"/>
                  <a:t>Fifth level</a:t>
                </a:r>
                <a:endParaRPr lang="en-US"/>
              </a:p>
            </p:txBody>
          </p:sp>
          <p:sp>
            <p:nvSpPr>
              <p:cNvPr id="4" name="Date Placeholder 3"/>
              <p:cNvSpPr>
                <a:spLocks noGrp="1"/>
              </p:cNvSpPr>
              <p:nvPr>
                <p:ph type="dt" sz="half" idx="10"/>
              </p:nvPr>
            </p:nvSpPr>
            <p:spPr/>
            <p:txBody>
              <a:bodyPr/>
              <a:lstStyle/>
              <a:p>
                <a:fld id="{5BCAD085-E8A6-8845-BD4E-CB4CCA059FC4}" type="datetimeFigureOut">
                  <a:rPr lang="en-US" smtClean="0"/>
                  <a:t>1/27/13</a:t>
                </a:fld>
                <a:endParaRPr lang="en-US"/>
              </a:p>
            </p:txBody>
          </p:sp>
          <p:sp>
            <p:nvSpPr>
              <p:cNvPr id="5" name="Footer Placeholder 4"/>
              <p:cNvSpPr>
                <a:spLocks noGrp="1"/>
              </p:cNvSpPr>
              <p:nvPr>
                <p:ph type="ftr" sz="quarter" idx="11"/>
              </p:nvPr>
            </p:nvSpPr>
            <p:spPr/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Slide Number Placeholder 5"/>
              <p:cNvSpPr>
                <a:spLocks noGrp="1"/>
              </p:cNvSpPr>
              <p:nvPr>
                <p:ph type="sldNum" sz="quarter" idx="12"/>
              </p:nvPr>
            </p:nvSpPr>
            <p:spPr/>
            <p:txBody>
              <a:bodyPr/>
              <a:lstStyle/>
              <a:p>
                <a:fld id="{C1FF6DA9-008F-8B48-92A6-B652298478BF}" type="slidenum">
                  <a:rPr lang="en-US" smtClean="0"/>
                  <a:t>‹#›</a:t>
                </a:fld>
                <a:endParaRPr lang="en-US"/>
              </a:p>
            </p:txBody>
          </p:sp>
        </p:spTree>
        <p:extLst>
          <p:ext uri="{BB962C8B-B14F-4D97-AF65-F5344CB8AC3E}">
            <p14:creationId xmlns:p14="http://schemas.microsoft.com/office/powerpoint/2010/main" val="3612223792"/>
          </p:ext>
        </p:extLst>
      </p:cSld>
      <p:clrMapOvr>
        <a:masterClrMapping/>
      </p:clrMapOvr>
    </p:sldLayout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4F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Content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 point</a:t>
            </a:r>
          </a:p>
          <a:p>
            <a:pPr>
              <a:defRPr sz="2000"/>
            </a:pPr>
            <a:r>
              <a:t>Second key insight</a:t>
            </a:r>
          </a:p>
          <a:p>
            <a:pPr>
              <a:defRPr sz="2000"/>
            </a:pPr>
            <a:r>
              <a:t>Third important detail</a:t>
            </a:r>
          </a:p>
          <a:p>
            <a:pPr>
              <a:defRPr sz="2000"/>
            </a:pPr>
            <a: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Content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 point</a:t>
            </a:r>
          </a:p>
          <a:p>
            <a:pPr>
              <a:defRPr sz="2000"/>
            </a:pPr>
            <a:r>
              <a:t>Second key insight</a:t>
            </a:r>
          </a:p>
          <a:p>
            <a:pPr>
              <a:defRPr sz="2000"/>
            </a:pPr>
            <a:r>
              <a:t>Third important detail</a:t>
            </a:r>
          </a:p>
          <a:p>
            <a:pPr>
              <a:defRPr sz="2000"/>
            </a:pPr>
            <a:r>
              <a:t>Conclusion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Content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 point</a:t>
            </a:r>
          </a:p>
          <a:p>
            <a:pPr>
              <a:defRPr sz="2000"/>
            </a:pPr>
            <a:r>
              <a:t>Second key insight</a:t>
            </a:r>
          </a:p>
          <a:p>
            <a:pPr>
              <a:defRPr sz="2000"/>
            </a:pPr>
            <a:r>
              <a:t>Third important detail</a:t>
            </a:r>
          </a:p>
          <a:p>
            <a:pPr>
              <a:defRPr sz="2000"/>
            </a:pPr>
            <a:r>
              <a:t>Conclusion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Content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 point</a:t>
            </a:r>
          </a:p>
          <a:p>
            <a:pPr>
              <a:defRPr sz="2000"/>
            </a:pPr>
            <a:r>
              <a:t>Second key insight</a:t>
            </a:r>
          </a:p>
          <a:p>
            <a:pPr>
              <a:defRPr sz="2000"/>
            </a:pPr>
            <a:r>
              <a:t>Third important detail</a:t>
            </a:r>
          </a:p>
          <a:p>
            <a:pPr>
              <a:defRPr sz="2000"/>
            </a:pPr>
            <a:r>
              <a:t>Conclusion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Content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 point</a:t>
            </a:r>
          </a:p>
          <a:p>
            <a:pPr>
              <a:defRPr sz="2000"/>
            </a:pPr>
            <a:r>
              <a:t>Second key insight</a:t>
            </a:r>
          </a:p>
          <a:p>
            <a:pPr>
              <a:defRPr sz="2000"/>
            </a:pPr>
            <a:r>
              <a:t>Third important detail</a:t>
            </a:r>
          </a:p>
          <a:p>
            <a:pPr>
              <a:defRPr sz="2000"/>
            </a:pPr>
            <a:r>
              <a:t>Conclusion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Content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 point</a:t>
            </a:r>
          </a:p>
          <a:p>
            <a:pPr>
              <a:defRPr sz="2000"/>
            </a:pPr>
            <a:r>
              <a:t>Second key insight</a:t>
            </a:r>
          </a:p>
          <a:p>
            <a:pPr>
              <a:defRPr sz="2000"/>
            </a:pPr>
            <a:r>
              <a:t>Third important detail</a:t>
            </a:r>
          </a:p>
          <a:p>
            <a:pPr>
              <a:defRPr sz="2000"/>
            </a:pPr>
            <a:r>
              <a:t>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