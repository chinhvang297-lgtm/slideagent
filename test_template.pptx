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E94F37"/>
                </a:solidFill>
              </a:defRPr>
            </a:pPr>
            <a: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Subtitle · Author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4F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Content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point</a:t>
            </a:r>
          </a:p>
          <a:p>
            <a:pPr>
              <a:defRPr sz="2000"/>
            </a:pPr>
            <a:r>
              <a:t>Second key insight</a:t>
            </a:r>
          </a:p>
          <a:p>
            <a:pPr>
              <a:defRPr sz="2000"/>
            </a:pPr>
            <a:r>
              <a:t>Third important detail</a:t>
            </a:r>
          </a:p>
          <a:p>
            <a:pPr>
              <a:defRPr sz="2000"/>
            </a:pPr>
            <a:r>
              <a:t>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Comparison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